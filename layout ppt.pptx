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C3EE1E-4D90-887C-31EC-FD35CF50C39F}" v="125" dt="2026-07-19T09:19:02.5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tha Indukuri" userId="da2c89c2b26c4b34" providerId="Windows Live" clId="Web-{D01817EE-D659-EB2B-9E03-AEF03A2E7621}"/>
    <pc:docChg chg="addSld modSld">
      <pc:chgData name="Harshitha Indukuri" userId="da2c89c2b26c4b34" providerId="Windows Live" clId="Web-{D01817EE-D659-EB2B-9E03-AEF03A2E7621}" dt="2026-06-19T14:27:29.723" v="310" actId="20577"/>
      <pc:docMkLst>
        <pc:docMk/>
      </pc:docMkLst>
      <pc:sldChg chg="modSp">
        <pc:chgData name="Harshitha Indukuri" userId="da2c89c2b26c4b34" providerId="Windows Live" clId="Web-{D01817EE-D659-EB2B-9E03-AEF03A2E7621}" dt="2026-06-19T14:11:02.511" v="6" actId="20577"/>
        <pc:sldMkLst>
          <pc:docMk/>
          <pc:sldMk cId="109857222" sldId="256"/>
        </pc:sldMkLst>
        <pc:spChg chg="mod">
          <ac:chgData name="Harshitha Indukuri" userId="da2c89c2b26c4b34" providerId="Windows Live" clId="Web-{D01817EE-D659-EB2B-9E03-AEF03A2E7621}" dt="2026-06-19T14:10:48.229" v="1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Harshitha Indukuri" userId="da2c89c2b26c4b34" providerId="Windows Live" clId="Web-{D01817EE-D659-EB2B-9E03-AEF03A2E7621}" dt="2026-06-19T14:11:02.511" v="6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Harshitha Indukuri" userId="da2c89c2b26c4b34" providerId="Windows Live" clId="Web-{D01817EE-D659-EB2B-9E03-AEF03A2E7621}" dt="2026-06-19T14:11:47.872" v="24" actId="20577"/>
        <pc:sldMkLst>
          <pc:docMk/>
          <pc:sldMk cId="2008779008" sldId="257"/>
        </pc:sldMkLst>
        <pc:spChg chg="mod">
          <ac:chgData name="Harshitha Indukuri" userId="da2c89c2b26c4b34" providerId="Windows Live" clId="Web-{D01817EE-D659-EB2B-9E03-AEF03A2E7621}" dt="2026-06-19T14:11:47.872" v="24" actId="20577"/>
          <ac:spMkLst>
            <pc:docMk/>
            <pc:sldMk cId="2008779008" sldId="257"/>
            <ac:spMk id="2" creationId="{00BE59C9-0205-F97A-58B0-1D2F0F7DB1BE}"/>
          </ac:spMkLst>
        </pc:spChg>
        <pc:spChg chg="mod">
          <ac:chgData name="Harshitha Indukuri" userId="da2c89c2b26c4b34" providerId="Windows Live" clId="Web-{D01817EE-D659-EB2B-9E03-AEF03A2E7621}" dt="2026-06-19T14:11:38.012" v="19" actId="20577"/>
          <ac:spMkLst>
            <pc:docMk/>
            <pc:sldMk cId="2008779008" sldId="257"/>
            <ac:spMk id="3" creationId="{9B2969F9-13E1-96AB-5E47-1F99B5AB8820}"/>
          </ac:spMkLst>
        </pc:spChg>
      </pc:sldChg>
      <pc:sldChg chg="modSp add replId">
        <pc:chgData name="Harshitha Indukuri" userId="da2c89c2b26c4b34" providerId="Windows Live" clId="Web-{D01817EE-D659-EB2B-9E03-AEF03A2E7621}" dt="2026-06-19T14:27:29.723" v="310" actId="20577"/>
        <pc:sldMkLst>
          <pc:docMk/>
          <pc:sldMk cId="2736802238" sldId="258"/>
        </pc:sldMkLst>
        <pc:spChg chg="mod">
          <ac:chgData name="Harshitha Indukuri" userId="da2c89c2b26c4b34" providerId="Windows Live" clId="Web-{D01817EE-D659-EB2B-9E03-AEF03A2E7621}" dt="2026-06-19T14:11:57.185" v="30" actId="20577"/>
          <ac:spMkLst>
            <pc:docMk/>
            <pc:sldMk cId="2736802238" sldId="258"/>
            <ac:spMk id="2" creationId="{DB1FD188-AC08-95B9-4CEE-A171EC7EAC0D}"/>
          </ac:spMkLst>
        </pc:spChg>
        <pc:spChg chg="mod">
          <ac:chgData name="Harshitha Indukuri" userId="da2c89c2b26c4b34" providerId="Windows Live" clId="Web-{D01817EE-D659-EB2B-9E03-AEF03A2E7621}" dt="2026-06-19T14:27:29.723" v="310" actId="20577"/>
          <ac:spMkLst>
            <pc:docMk/>
            <pc:sldMk cId="2736802238" sldId="258"/>
            <ac:spMk id="3" creationId="{4F9F3FF0-DB74-1E0A-285C-377F854F29BB}"/>
          </ac:spMkLst>
        </pc:spChg>
      </pc:sldChg>
      <pc:sldChg chg="modSp add replId">
        <pc:chgData name="Harshitha Indukuri" userId="da2c89c2b26c4b34" providerId="Windows Live" clId="Web-{D01817EE-D659-EB2B-9E03-AEF03A2E7621}" dt="2026-06-19T14:18:40.186" v="176" actId="20577"/>
        <pc:sldMkLst>
          <pc:docMk/>
          <pc:sldMk cId="2785980979" sldId="259"/>
        </pc:sldMkLst>
        <pc:spChg chg="mod">
          <ac:chgData name="Harshitha Indukuri" userId="da2c89c2b26c4b34" providerId="Windows Live" clId="Web-{D01817EE-D659-EB2B-9E03-AEF03A2E7621}" dt="2026-06-19T14:17:28.308" v="164" actId="20577"/>
          <ac:spMkLst>
            <pc:docMk/>
            <pc:sldMk cId="2785980979" sldId="259"/>
            <ac:spMk id="2" creationId="{C482ACDB-3F65-F018-D13E-74FE1BF775D6}"/>
          </ac:spMkLst>
        </pc:spChg>
        <pc:spChg chg="mod">
          <ac:chgData name="Harshitha Indukuri" userId="da2c89c2b26c4b34" providerId="Windows Live" clId="Web-{D01817EE-D659-EB2B-9E03-AEF03A2E7621}" dt="2026-06-19T14:18:40.186" v="176" actId="20577"/>
          <ac:spMkLst>
            <pc:docMk/>
            <pc:sldMk cId="2785980979" sldId="259"/>
            <ac:spMk id="3" creationId="{50357B8C-03AE-D4B8-8896-FA9BB1CF319A}"/>
          </ac:spMkLst>
        </pc:spChg>
      </pc:sldChg>
      <pc:sldChg chg="modSp add replId">
        <pc:chgData name="Harshitha Indukuri" userId="da2c89c2b26c4b34" providerId="Windows Live" clId="Web-{D01817EE-D659-EB2B-9E03-AEF03A2E7621}" dt="2026-06-19T14:22:50.853" v="288" actId="20577"/>
        <pc:sldMkLst>
          <pc:docMk/>
          <pc:sldMk cId="1467360656" sldId="260"/>
        </pc:sldMkLst>
        <pc:spChg chg="mod">
          <ac:chgData name="Harshitha Indukuri" userId="da2c89c2b26c4b34" providerId="Windows Live" clId="Web-{D01817EE-D659-EB2B-9E03-AEF03A2E7621}" dt="2026-06-19T14:19:14.953" v="184" actId="20577"/>
          <ac:spMkLst>
            <pc:docMk/>
            <pc:sldMk cId="1467360656" sldId="260"/>
            <ac:spMk id="2" creationId="{5CA3E578-C23C-2D62-ACCE-8EAA02749825}"/>
          </ac:spMkLst>
        </pc:spChg>
        <pc:spChg chg="mod">
          <ac:chgData name="Harshitha Indukuri" userId="da2c89c2b26c4b34" providerId="Windows Live" clId="Web-{D01817EE-D659-EB2B-9E03-AEF03A2E7621}" dt="2026-06-19T14:22:50.853" v="288" actId="20577"/>
          <ac:spMkLst>
            <pc:docMk/>
            <pc:sldMk cId="1467360656" sldId="260"/>
            <ac:spMk id="3" creationId="{39FCC96A-8D71-CE84-4A3C-D1CDBFC790AB}"/>
          </ac:spMkLst>
        </pc:spChg>
      </pc:sldChg>
    </pc:docChg>
  </pc:docChgLst>
  <pc:docChgLst>
    <pc:chgData name="Harshitha Indukuri" userId="da2c89c2b26c4b34" providerId="Windows Live" clId="Web-{29C3EE1E-4D90-887C-31EC-FD35CF50C39F}"/>
    <pc:docChg chg="addSld modSld">
      <pc:chgData name="Harshitha Indukuri" userId="da2c89c2b26c4b34" providerId="Windows Live" clId="Web-{29C3EE1E-4D90-887C-31EC-FD35CF50C39F}" dt="2026-07-19T09:19:02.567" v="124" actId="20577"/>
      <pc:docMkLst>
        <pc:docMk/>
      </pc:docMkLst>
      <pc:sldChg chg="modSp">
        <pc:chgData name="Harshitha Indukuri" userId="da2c89c2b26c4b34" providerId="Windows Live" clId="Web-{29C3EE1E-4D90-887C-31EC-FD35CF50C39F}" dt="2026-07-19T09:19:02.567" v="124" actId="20577"/>
        <pc:sldMkLst>
          <pc:docMk/>
          <pc:sldMk cId="109857222" sldId="256"/>
        </pc:sldMkLst>
        <pc:spChg chg="mod">
          <ac:chgData name="Harshitha Indukuri" userId="da2c89c2b26c4b34" providerId="Windows Live" clId="Web-{29C3EE1E-4D90-887C-31EC-FD35CF50C39F}" dt="2026-07-19T09:19:02.567" v="124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">
        <pc:chgData name="Harshitha Indukuri" userId="da2c89c2b26c4b34" providerId="Windows Live" clId="Web-{29C3EE1E-4D90-887C-31EC-FD35CF50C39F}" dt="2026-07-19T09:15:27.177" v="11" actId="20577"/>
        <pc:sldMkLst>
          <pc:docMk/>
          <pc:sldMk cId="2736802238" sldId="258"/>
        </pc:sldMkLst>
        <pc:spChg chg="mod">
          <ac:chgData name="Harshitha Indukuri" userId="da2c89c2b26c4b34" providerId="Windows Live" clId="Web-{29C3EE1E-4D90-887C-31EC-FD35CF50C39F}" dt="2026-07-19T09:15:27.177" v="11" actId="20577"/>
          <ac:spMkLst>
            <pc:docMk/>
            <pc:sldMk cId="2736802238" sldId="258"/>
            <ac:spMk id="3" creationId="{4F9F3FF0-DB74-1E0A-285C-377F854F29BB}"/>
          </ac:spMkLst>
        </pc:spChg>
      </pc:sldChg>
      <pc:sldChg chg="modSp">
        <pc:chgData name="Harshitha Indukuri" userId="da2c89c2b26c4b34" providerId="Windows Live" clId="Web-{29C3EE1E-4D90-887C-31EC-FD35CF50C39F}" dt="2026-07-19T09:18:27.455" v="120" actId="20577"/>
        <pc:sldMkLst>
          <pc:docMk/>
          <pc:sldMk cId="1467360656" sldId="260"/>
        </pc:sldMkLst>
        <pc:spChg chg="mod">
          <ac:chgData name="Harshitha Indukuri" userId="da2c89c2b26c4b34" providerId="Windows Live" clId="Web-{29C3EE1E-4D90-887C-31EC-FD35CF50C39F}" dt="2026-07-19T09:18:27.455" v="120" actId="20577"/>
          <ac:spMkLst>
            <pc:docMk/>
            <pc:sldMk cId="1467360656" sldId="260"/>
            <ac:spMk id="2" creationId="{5CA3E578-C23C-2D62-ACCE-8EAA02749825}"/>
          </ac:spMkLst>
        </pc:spChg>
        <pc:spChg chg="mod">
          <ac:chgData name="Harshitha Indukuri" userId="da2c89c2b26c4b34" providerId="Windows Live" clId="Web-{29C3EE1E-4D90-887C-31EC-FD35CF50C39F}" dt="2026-07-19T09:18:18.642" v="117" actId="20577"/>
          <ac:spMkLst>
            <pc:docMk/>
            <pc:sldMk cId="1467360656" sldId="260"/>
            <ac:spMk id="3" creationId="{39FCC96A-8D71-CE84-4A3C-D1CDBFC790AB}"/>
          </ac:spMkLst>
        </pc:spChg>
      </pc:sldChg>
      <pc:sldChg chg="modSp add replId">
        <pc:chgData name="Harshitha Indukuri" userId="da2c89c2b26c4b34" providerId="Windows Live" clId="Web-{29C3EE1E-4D90-887C-31EC-FD35CF50C39F}" dt="2026-07-19T09:15:22.911" v="10" actId="20577"/>
        <pc:sldMkLst>
          <pc:docMk/>
          <pc:sldMk cId="3755196709" sldId="261"/>
        </pc:sldMkLst>
        <pc:spChg chg="mod">
          <ac:chgData name="Harshitha Indukuri" userId="da2c89c2b26c4b34" providerId="Windows Live" clId="Web-{29C3EE1E-4D90-887C-31EC-FD35CF50C39F}" dt="2026-07-19T09:15:14.520" v="6" actId="20577"/>
          <ac:spMkLst>
            <pc:docMk/>
            <pc:sldMk cId="3755196709" sldId="261"/>
            <ac:spMk id="2" creationId="{9914F12B-4855-4FAC-8C79-9EEC167D01BA}"/>
          </ac:spMkLst>
        </pc:spChg>
        <pc:spChg chg="mod">
          <ac:chgData name="Harshitha Indukuri" userId="da2c89c2b26c4b34" providerId="Windows Live" clId="Web-{29C3EE1E-4D90-887C-31EC-FD35CF50C39F}" dt="2026-07-19T09:15:22.911" v="10" actId="20577"/>
          <ac:spMkLst>
            <pc:docMk/>
            <pc:sldMk cId="3755196709" sldId="261"/>
            <ac:spMk id="3" creationId="{835C4B71-B893-370B-FD20-DB97BAC1B4A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 AMP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VISHAL BHARADWAJ</a:t>
            </a:r>
          </a:p>
          <a:p>
            <a:r>
              <a:rPr lang="en-US" dirty="0"/>
              <a:t>IITBBS0125-10403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E59C9-0205-F97A-58B0-1D2F0F7DB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027" y="387177"/>
            <a:ext cx="10515600" cy="903960"/>
          </a:xfrm>
        </p:spPr>
        <p:txBody>
          <a:bodyPr/>
          <a:lstStyle/>
          <a:p>
            <a:r>
              <a:rPr lang="en-US" dirty="0"/>
              <a:t>Schematic given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DEE23E-03FF-DFA8-0F0A-E68374186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27" y="1291137"/>
            <a:ext cx="9160034" cy="556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779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87B1E-277E-6C2C-6456-9BCAA0E0F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91" y="258033"/>
            <a:ext cx="10515600" cy="464933"/>
          </a:xfrm>
        </p:spPr>
        <p:txBody>
          <a:bodyPr>
            <a:normAutofit fontScale="90000"/>
          </a:bodyPr>
          <a:lstStyle/>
          <a:p>
            <a:r>
              <a:rPr lang="en-US" dirty="0"/>
              <a:t>Schematic Snap shot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3998D3-015C-4BE0-3061-BBC8F73A3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91" y="830058"/>
            <a:ext cx="8473350" cy="602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603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754B1-D306-271E-A808-C45C393E5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7990"/>
            <a:ext cx="4720280" cy="1325563"/>
          </a:xfrm>
        </p:spPr>
        <p:txBody>
          <a:bodyPr/>
          <a:lstStyle/>
          <a:p>
            <a:r>
              <a:rPr lang="en-US" dirty="0"/>
              <a:t>Layout Snap shot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B81EAB-B81E-6C92-E011-F0232A94A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168" y="-9258"/>
            <a:ext cx="6886832" cy="6867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B36CB4-81E8-DB70-195E-8562E60A19A0}"/>
              </a:ext>
            </a:extLst>
          </p:cNvPr>
          <p:cNvSpPr txBox="1"/>
          <p:nvPr/>
        </p:nvSpPr>
        <p:spPr>
          <a:xfrm>
            <a:off x="115330" y="1301578"/>
            <a:ext cx="4168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X=107.02um</a:t>
            </a:r>
          </a:p>
          <a:p>
            <a:r>
              <a:rPr lang="en-IN" dirty="0"/>
              <a:t>Y=118.01um</a:t>
            </a:r>
          </a:p>
        </p:txBody>
      </p:sp>
    </p:spTree>
    <p:extLst>
      <p:ext uri="{BB962C8B-B14F-4D97-AF65-F5344CB8AC3E}">
        <p14:creationId xmlns:p14="http://schemas.microsoft.com/office/powerpoint/2010/main" val="2111473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BD0D5-8AB5-EC77-ED00-0E6BFA9D2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649824" cy="877079"/>
          </a:xfrm>
        </p:spPr>
        <p:txBody>
          <a:bodyPr/>
          <a:lstStyle/>
          <a:p>
            <a:r>
              <a:rPr lang="en-US" dirty="0"/>
              <a:t>Layout Reports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12EC5-DA39-2466-842F-49368BFB0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57" y="230090"/>
            <a:ext cx="3198844" cy="55782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DRC report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F87F8B-587B-CD46-D84A-B38BE8312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7913"/>
            <a:ext cx="12192000" cy="6070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058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E7C17-0F7C-D480-B312-C4178BB0F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774" y="0"/>
            <a:ext cx="2791408" cy="754548"/>
          </a:xfrm>
        </p:spPr>
        <p:txBody>
          <a:bodyPr/>
          <a:lstStyle/>
          <a:p>
            <a:r>
              <a:rPr lang="en-IN" dirty="0"/>
              <a:t>LVS Report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395CF7-98FF-614E-CCAD-8A27FF00D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774" y="751369"/>
            <a:ext cx="12206774" cy="610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74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80271-0C75-0749-8B75-5050F1DFB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4079033" cy="913169"/>
          </a:xfrm>
        </p:spPr>
        <p:txBody>
          <a:bodyPr/>
          <a:lstStyle/>
          <a:p>
            <a:r>
              <a:rPr lang="en-US" dirty="0"/>
              <a:t>matching  set 1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DAC6F2-8BB7-0A96-D856-B57BDC51E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8183"/>
            <a:ext cx="7343908" cy="39798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EFD97A-2868-DDB8-05DC-67707F2F0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908" y="1180780"/>
            <a:ext cx="4848092" cy="56772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01B68B-5CC2-A403-A348-AA8218527871}"/>
              </a:ext>
            </a:extLst>
          </p:cNvPr>
          <p:cNvSpPr txBox="1"/>
          <p:nvPr/>
        </p:nvSpPr>
        <p:spPr>
          <a:xfrm>
            <a:off x="382555" y="1408922"/>
            <a:ext cx="5215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Pattern</a:t>
            </a:r>
            <a:r>
              <a:rPr lang="en-US" dirty="0">
                <a:sym typeface="Wingdings" panose="05000000000000000000" pitchFamily="2" charset="2"/>
              </a:rPr>
              <a:t>  AABBAA</a:t>
            </a:r>
          </a:p>
          <a:p>
            <a:r>
              <a:rPr lang="en-US" dirty="0">
                <a:sym typeface="Wingdings" panose="05000000000000000000" pitchFamily="2" charset="2"/>
              </a:rPr>
              <a:t>	  BBAABB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5935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823D9-4FB3-309C-E90F-88731FDC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051041" cy="950491"/>
          </a:xfrm>
        </p:spPr>
        <p:txBody>
          <a:bodyPr/>
          <a:lstStyle/>
          <a:p>
            <a:r>
              <a:rPr lang="en-US" dirty="0"/>
              <a:t>matching  set 2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BF7209-45E7-A4EF-5951-623BC3C9C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98038"/>
            <a:ext cx="6070361" cy="55568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2C0C3B-91CC-9F99-44A7-471820060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95696"/>
            <a:ext cx="6096000" cy="4259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200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6A8FB-74FE-EF83-35FB-F0A0452F4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matching  set 3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A68D12-7C9C-4087-70FD-388EEDDDE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00709"/>
            <a:ext cx="8356487" cy="20572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420FFC-65DC-278D-07B8-6B4C33013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487" y="266170"/>
            <a:ext cx="3835513" cy="65918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7193D5-ECD3-C7F5-64F3-93417D1FD914}"/>
              </a:ext>
            </a:extLst>
          </p:cNvPr>
          <p:cNvSpPr txBox="1"/>
          <p:nvPr/>
        </p:nvSpPr>
        <p:spPr>
          <a:xfrm>
            <a:off x="382555" y="1408922"/>
            <a:ext cx="5215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Pattern</a:t>
            </a:r>
            <a:r>
              <a:rPr lang="en-US" dirty="0">
                <a:sym typeface="Wingdings" panose="05000000000000000000" pitchFamily="2" charset="2"/>
              </a:rPr>
              <a:t>  ABBA</a:t>
            </a:r>
          </a:p>
          <a:p>
            <a:r>
              <a:rPr lang="en-US" dirty="0">
                <a:sym typeface="Wingdings" panose="05000000000000000000" pitchFamily="2" charset="2"/>
              </a:rPr>
              <a:t>	  BAAB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9927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BCCED-C258-B786-CB1D-7FF94AB4E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matching  set 4</a:t>
            </a:r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7102DA-9D9C-7948-ECB9-CAD63B039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0034"/>
            <a:ext cx="7480825" cy="24212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BEC8D2-76D5-40BE-099E-4EB9BD3AC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825" y="239424"/>
            <a:ext cx="4711175" cy="66185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0B2A5F-F73B-EF63-9151-6B1528D7E1A7}"/>
              </a:ext>
            </a:extLst>
          </p:cNvPr>
          <p:cNvSpPr txBox="1"/>
          <p:nvPr/>
        </p:nvSpPr>
        <p:spPr>
          <a:xfrm>
            <a:off x="382555" y="1408922"/>
            <a:ext cx="52158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Pattern</a:t>
            </a:r>
            <a:r>
              <a:rPr lang="en-US" dirty="0">
                <a:sym typeface="Wingdings" panose="05000000000000000000" pitchFamily="2" charset="2"/>
              </a:rPr>
              <a:t> CCBCBCC</a:t>
            </a:r>
          </a:p>
          <a:p>
            <a:r>
              <a:rPr lang="en-US" dirty="0">
                <a:sym typeface="Wingdings" panose="05000000000000000000" pitchFamily="2" charset="2"/>
              </a:rPr>
              <a:t>	  CBCCCBC</a:t>
            </a:r>
          </a:p>
          <a:p>
            <a:r>
              <a:rPr lang="en-US" dirty="0">
                <a:sym typeface="Wingdings" panose="05000000000000000000" pitchFamily="2" charset="2"/>
              </a:rPr>
              <a:t>	  CCBABCC</a:t>
            </a:r>
          </a:p>
          <a:p>
            <a:r>
              <a:rPr lang="en-IN" dirty="0"/>
              <a:t>	  </a:t>
            </a:r>
            <a:r>
              <a:rPr lang="en-US" dirty="0">
                <a:sym typeface="Wingdings" panose="05000000000000000000" pitchFamily="2" charset="2"/>
              </a:rPr>
              <a:t>CCBCBCC</a:t>
            </a:r>
          </a:p>
          <a:p>
            <a:r>
              <a:rPr lang="en-US" dirty="0">
                <a:sym typeface="Wingdings" panose="05000000000000000000" pitchFamily="2" charset="2"/>
              </a:rPr>
              <a:t>	  CBCCCBC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7836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</TotalTime>
  <Words>66</Words>
  <Application>Microsoft Office PowerPoint</Application>
  <PresentationFormat>Widescreen</PresentationFormat>
  <Paragraphs>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OP AMP</vt:lpstr>
      <vt:lpstr>Schematic given</vt:lpstr>
      <vt:lpstr>Schematic Snap shot</vt:lpstr>
      <vt:lpstr>Layout Snap shot</vt:lpstr>
      <vt:lpstr>Layout Reports</vt:lpstr>
      <vt:lpstr>LVS Report</vt:lpstr>
      <vt:lpstr>matching  set 1</vt:lpstr>
      <vt:lpstr>matching  set 2</vt:lpstr>
      <vt:lpstr>matching  set 3</vt:lpstr>
      <vt:lpstr>matching  set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Bharadwaj</dc:creator>
  <cp:lastModifiedBy>Vishal Bharadwaj</cp:lastModifiedBy>
  <cp:revision>93</cp:revision>
  <dcterms:created xsi:type="dcterms:W3CDTF">2026-06-19T14:10:21Z</dcterms:created>
  <dcterms:modified xsi:type="dcterms:W3CDTF">2026-07-30T18:29:09Z</dcterms:modified>
</cp:coreProperties>
</file>